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91440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564A"/>
                </a:solidFill>
                <a:latin typeface="微软雅黑" panose="020B0503020204020204" charset="-122"/>
              </a:rPr>
              <a:t>E</a:t>
            </a:r>
            <a:endParaRPr sz="28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91640" y="106070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B897"/>
                </a:solidFill>
                <a:latin typeface="微软雅黑" panose="020B0503020204020204" charset="-122"/>
              </a:rPr>
              <a:t>AI HEALTH NAVIGATOR · 团队招募</a:t>
            </a:r>
            <a:endParaRPr sz="1400" b="1">
              <a:solidFill>
                <a:srgbClr val="17B89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微软雅黑" panose="020B0503020204020204" charset="-122"/>
              </a:rPr>
              <a:t>AI Health Navigator</a:t>
            </a:r>
            <a:endParaRPr sz="4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B8E4DA"/>
                </a:solidFill>
                <a:latin typeface="微软雅黑" panose="020B0503020204020204" charset="-122"/>
              </a:rPr>
              <a:t>把日常健康的不确定性，连接到专业医疗。</a:t>
            </a:r>
            <a:endParaRPr sz="2200" b="0">
              <a:solidFill>
                <a:srgbClr val="B8E4DA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4069080"/>
            <a:ext cx="7589520" cy="777240"/>
          </a:xfrm>
          <a:prstGeom prst="roundRect">
            <a:avLst>
              <a:gd name="adj" fmla="val 50000"/>
            </a:avLst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A564A"/>
                </a:solidFill>
                <a:latin typeface="微软雅黑" panose="020B0503020204020204" charset="-122"/>
              </a:rPr>
              <a:t>已完成一个可交互 Web Demo 原型 —— 就差你了</a:t>
            </a:r>
            <a:endParaRPr sz="17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96112" y="5349240"/>
            <a:ext cx="1463040" cy="4114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B897"/>
                </a:solidFill>
                <a:latin typeface="微软雅黑" panose="020B0503020204020204" charset="-122"/>
              </a:rPr>
              <a:t>We don't replace doctors. We connect everyday health uncertainty with professional care.</a:t>
            </a:r>
            <a:endParaRPr sz="1500" b="0">
              <a:solidFill>
                <a:srgbClr val="17B89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01 · 一句话介绍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AI Health Navigator 是什么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22B"/>
                </a:solidFill>
                <a:latin typeface="微软雅黑" panose="020B0503020204020204" charset="-122"/>
              </a:rPr>
              <a:t>从身体出现异常，到真正见到医生之前，帮你管理整段健康旅程。</a:t>
            </a:r>
            <a:endParaRPr sz="2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4015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Self-Triage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3794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自我分诊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93008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34015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Health Episode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94176" y="3794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健康事件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63056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34015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Continuous Follow-up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64224" y="3794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持续追踪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833104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34015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Doctor Handoff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34272" y="3794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就医摘要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4937760"/>
            <a:ext cx="10515600" cy="731520"/>
          </a:xfrm>
          <a:prstGeom prst="roundRect">
            <a:avLst>
              <a:gd name="adj" fmla="val 3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37760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6B5C"/>
                </a:solidFill>
                <a:latin typeface="微软雅黑" panose="020B0503020204020204" charset="-122"/>
              </a:rPr>
              <a:t>已有可交互 Web Demo（虚构数据 · 不替代医疗建议）</a:t>
            </a:r>
            <a:r>
              <a:rPr sz="1300" b="0">
                <a:solidFill>
                  <a:srgbClr val="4A5B64"/>
                </a:solidFill>
                <a:latin typeface="微软雅黑" panose="020B0503020204020204" charset="-122"/>
              </a:rPr>
              <a:t>   首页 / 结构化问询 / Episode 时间线 / 症状趋势 / 就医摘要</a:t>
            </a:r>
            <a:endParaRPr sz="13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团队招募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02 · 问题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今天的不舒服，卡在哪一步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微软雅黑" panose="020B0503020204020204" charset="-122"/>
              </a:rPr>
              <a:t>用户真正困惑的，往往不是「这是什么病」，而是：</a:t>
            </a:r>
            <a:endParaRPr sz="17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我现在该怎么办？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3639312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639312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需要去医院吗？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4352544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52544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什么时候不能再等？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0" y="2057400"/>
            <a:ext cx="52120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微软雅黑" panose="020B0503020204020204" charset="-122"/>
              </a:rPr>
              <a:t>现有的「搜索循环」</a:t>
            </a:r>
            <a:endParaRPr sz="16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微软雅黑" panose="020B0503020204020204" charset="-122"/>
              </a:rPr>
              <a:t>反复搜索 / 问 AI</a:t>
            </a:r>
            <a:endParaRPr sz="145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9400" y="34015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微软雅黑" panose="020B0503020204020204" charset="-122"/>
              </a:rPr>
              <a:t>↓</a:t>
            </a:r>
            <a:endParaRPr sz="1500" b="1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3675887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微软雅黑" panose="020B0503020204020204" charset="-122"/>
              </a:rPr>
              <a:t>得到碎片化答案</a:t>
            </a:r>
            <a:endParaRPr sz="145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4059935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微软雅黑" panose="020B0503020204020204" charset="-122"/>
              </a:rPr>
              <a:t>↓</a:t>
            </a:r>
            <a:endParaRPr sz="1500" b="1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433425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微软雅黑" panose="020B0503020204020204" charset="-122"/>
              </a:rPr>
              <a:t>越来越不确定、更焦虑</a:t>
            </a:r>
            <a:endParaRPr sz="145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29400" y="47183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微软雅黑" panose="020B0503020204020204" charset="-122"/>
              </a:rPr>
              <a:t>↓</a:t>
            </a:r>
            <a:endParaRPr sz="1500" b="1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49926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微软雅黑" panose="020B0503020204020204" charset="-122"/>
              </a:rPr>
              <a:t>继续搜索</a:t>
            </a:r>
            <a:endParaRPr sz="145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97625" y="5431789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↻ 又回到原点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团队招募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03 · Solution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一次 Health Episode 管到底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微软雅黑" panose="020B0503020204020204" charset="-122"/>
              </a:rPr>
              <a:t>不是搜索引擎式的症状罗列，而是一条有始有终的线索。</a:t>
            </a:r>
            <a:endParaRPr sz="17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描述不适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33472" y="3017520"/>
            <a:ext cx="365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99232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结构化分诊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09744" y="3017520"/>
            <a:ext cx="365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175504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建立健康事件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86016" y="3017520"/>
            <a:ext cx="365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51775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持续追踪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62288" y="3017520"/>
            <a:ext cx="365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528047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就医摘要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微软雅黑" panose="020B0503020204020204" charset="-122"/>
              </a:rPr>
              <a:t>每一步，都有据可循；每一次变化，都被记录。</a:t>
            </a:r>
            <a:endParaRPr sz="13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4892040"/>
            <a:ext cx="10515600" cy="1051560"/>
          </a:xfrm>
          <a:prstGeom prst="roundRect">
            <a:avLst>
              <a:gd name="adj" fmla="val 14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D6B5C"/>
                </a:solidFill>
                <a:latin typeface="微软雅黑" panose="020B0503020204020204" charset="-122"/>
              </a:rPr>
              <a:t>We don't replace doctors.</a:t>
            </a:r>
            <a:endParaRPr sz="21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4440" y="553212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微软雅黑" panose="020B0503020204020204" charset="-122"/>
              </a:rPr>
              <a:t>We connect everyday health uncertainty with professional care.</a:t>
            </a:r>
            <a:endParaRPr sz="14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团队招募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4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04 · 为什么现在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三个趋势在此交汇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AI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微软雅黑" panose="020B0503020204020204" charset="-122"/>
              </a:rPr>
              <a:t>LLM 让多轮、可解释的对话式问询真正可用，不再是关键词匹配。</a:t>
            </a:r>
            <a:endParaRPr sz="14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Data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3440" y="338328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微软雅黑" panose="020B0503020204020204" charset="-122"/>
              </a:rPr>
              <a:t>个人健康数据（可穿戴 / 手动记录）终于可以被持续追踪与解释。</a:t>
            </a:r>
            <a:endParaRPr sz="14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55279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Healthcare Gap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0" y="338328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微软雅黑" panose="020B0503020204020204" charset="-122"/>
              </a:rPr>
              <a:t>日常的不确定与专业医疗之间，缺一个可信的连接层。</a:t>
            </a:r>
            <a:endParaRPr sz="14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微软雅黑" panose="020B0503020204020204" charset="-122"/>
              </a:rPr>
              <a:t>现在做，不是「能做什么」，而是「正好能做」。</a:t>
            </a:r>
            <a:endParaRPr sz="14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团队招募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5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05 · 进度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已经不是一张 PPT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已完成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微软雅黑" panose="020B0503020204020204" charset="-122"/>
              </a:rPr>
              <a:t>✓</a:t>
            </a:r>
            <a:endParaRPr sz="2000" b="1">
              <a:solidFill>
                <a:srgbClr val="17B897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7320" y="25146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可交互 Web Demo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7320" y="2862072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微软雅黑" panose="020B0503020204020204" charset="-122"/>
              </a:rPr>
              <a:t>首页 / 结构化问询 / Episode 时间线 / 症状趋势 / 就医摘要</a:t>
            </a:r>
            <a:endParaRPr sz="12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微软雅黑" panose="020B0503020204020204" charset="-122"/>
              </a:rPr>
              <a:t>✓</a:t>
            </a:r>
            <a:endParaRPr sz="2000" b="1">
              <a:solidFill>
                <a:srgbClr val="17B89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7320" y="37033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项目 Demo PPT + 演示动画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4050791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微软雅黑" panose="020B0503020204020204" charset="-122"/>
              </a:rPr>
              <a:t>产品定位、核心用户流程、商业模式</a:t>
            </a:r>
            <a:endParaRPr sz="12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微软雅黑" panose="020B0503020204020204" charset="-122"/>
              </a:rPr>
              <a:t>✓</a:t>
            </a:r>
            <a:endParaRPr sz="2000" b="1">
              <a:solidFill>
                <a:srgbClr val="17B897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48920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产品定位与核心流程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17320" y="5239512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微软雅黑" panose="020B0503020204020204" charset="-122"/>
              </a:rPr>
              <a:t>Self-Triage · Health Episode · Follow-up · Handoff</a:t>
            </a:r>
            <a:endParaRPr sz="12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222B"/>
                </a:solidFill>
                <a:latin typeface="微软雅黑" panose="020B0503020204020204" charset="-122"/>
              </a:rPr>
              <a:t>下一步：真实用户访谈 → 快速迭代 → 验证假设</a:t>
            </a:r>
            <a:endParaRPr sz="13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49440" y="2286000"/>
            <a:ext cx="429768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274320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7FAF9"/>
          </a:solidFill>
          <a:ln w="1270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8463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Demo 二维码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0" y="530352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222B"/>
                </a:solidFill>
                <a:latin typeface="微软雅黑" panose="020B0503020204020204" charset="-122"/>
              </a:rPr>
              <a:t>扫码体验可交互 Demo</a:t>
            </a:r>
            <a:endParaRPr sz="15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团队招募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6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06 · 找谁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5–6 人的小团队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微软雅黑" panose="020B0503020204020204" charset="-122"/>
              </a:rPr>
              <a:t>× 1</a:t>
            </a:r>
            <a:endParaRPr sz="15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3749039"/>
            <a:ext cx="17007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微软雅黑" panose="020B0503020204020204" charset="-122"/>
              </a:rPr>
              <a:t>产品</a:t>
            </a:r>
            <a:endParaRPr sz="17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420624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Product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44368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4448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微软雅黑" panose="020B0503020204020204" charset="-122"/>
              </a:rPr>
              <a:t>× 1–2</a:t>
            </a:r>
            <a:endParaRPr sz="15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17007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微软雅黑" panose="020B0503020204020204" charset="-122"/>
              </a:rPr>
              <a:t>AI</a:t>
            </a:r>
            <a:endParaRPr sz="17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08960" y="420624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AI / LLM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65776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05856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微软雅黑" panose="020B0503020204020204" charset="-122"/>
              </a:rPr>
              <a:t>× 1</a:t>
            </a:r>
            <a:endParaRPr sz="15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30368" y="3749039"/>
            <a:ext cx="17007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微软雅黑" panose="020B0503020204020204" charset="-122"/>
              </a:rPr>
              <a:t>全栈</a:t>
            </a:r>
            <a:endParaRPr sz="17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30368" y="420624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Full-stack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187184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27264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微软雅黑" panose="020B0503020204020204" charset="-122"/>
              </a:rPr>
              <a:t>× 1</a:t>
            </a:r>
            <a:endParaRPr sz="15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51776" y="3749039"/>
            <a:ext cx="17007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微软雅黑" panose="020B0503020204020204" charset="-122"/>
              </a:rPr>
              <a:t>医学</a:t>
            </a:r>
            <a:endParaRPr sz="17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51776" y="420624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Medical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308592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48672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微软雅黑" panose="020B0503020204020204" charset="-122"/>
              </a:rPr>
              <a:t>× 1</a:t>
            </a:r>
            <a:endParaRPr sz="15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73184" y="3749039"/>
            <a:ext cx="17007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微软雅黑" panose="020B0503020204020204" charset="-122"/>
              </a:rPr>
              <a:t>设计</a:t>
            </a:r>
            <a:endParaRPr sz="17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73184" y="420624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Design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微软雅黑" panose="020B0503020204020204" charset="-122"/>
              </a:rPr>
              <a:t>一个人扛不动一个产品；我们互补，一起把它跑起来。</a:t>
            </a:r>
            <a:endParaRPr sz="14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团队招募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7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07 · 你会做什么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不是查资料 + 做 PPT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微软雅黑" panose="020B0503020204020204" charset="-122"/>
              </a:rPr>
              <a:t>从第一天起，就参与真实的判断与执行：</a:t>
            </a:r>
            <a:endParaRPr sz="17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微软雅黑" panose="020B0503020204020204" charset="-122"/>
              </a:rPr>
              <a:t>用户访谈</a:t>
            </a:r>
            <a:endParaRPr sz="14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3108960"/>
            <a:ext cx="365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8892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微软雅黑" panose="020B0503020204020204" charset="-122"/>
              </a:rPr>
              <a:t>快速迭代</a:t>
            </a:r>
            <a:endParaRPr sz="14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9120" y="3108960"/>
            <a:ext cx="365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79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微软雅黑" panose="020B0503020204020204" charset="-122"/>
              </a:rPr>
              <a:t>Demo</a:t>
            </a:r>
            <a:endParaRPr sz="14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5079" y="3108960"/>
            <a:ext cx="365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2084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微软雅黑" panose="020B0503020204020204" charset="-122"/>
              </a:rPr>
              <a:t>MVP</a:t>
            </a:r>
            <a:endParaRPr sz="14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365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8680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微软雅黑" panose="020B0503020204020204" charset="-122"/>
              </a:rPr>
              <a:t>真实用户</a:t>
            </a:r>
            <a:endParaRPr sz="14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87000" y="3108960"/>
            <a:ext cx="365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65276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微软雅黑" panose="020B0503020204020204" charset="-122"/>
              </a:rPr>
              <a:t>验证假设</a:t>
            </a:r>
            <a:endParaRPr sz="14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A5B64"/>
                </a:solidFill>
                <a:latin typeface="微软雅黑" panose="020B0503020204020204" charset="-122"/>
              </a:rPr>
              <a:t>每个阶段都动手：写代码 / 做访谈 / 画原型 / 看数据，而不是旁观。</a:t>
            </a:r>
            <a:endParaRPr sz="1500" b="0">
              <a:solidFill>
                <a:srgbClr val="4A5B64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6B5C"/>
                </a:solidFill>
                <a:latin typeface="微软雅黑" panose="020B0503020204020204" charset="-122"/>
              </a:rPr>
              <a:t>Demo → MVP → 真实用户 → 验证假设</a:t>
            </a:r>
            <a:endParaRPr sz="16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团队招募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8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08 · 队友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我们希望你是这样的人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5146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微软雅黑" panose="020B0503020204020204" charset="-122"/>
              </a:rPr>
              <a:t>Builder mindset</a:t>
            </a:r>
            <a:endParaRPr sz="15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315468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微软雅黑" panose="020B0503020204020204" charset="-122"/>
              </a:rPr>
              <a:t>动手造，而不是只讨论</a:t>
            </a:r>
            <a:endParaRPr sz="14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93008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5146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微软雅黑" panose="020B0503020204020204" charset="-122"/>
              </a:rPr>
              <a:t>Curiosity</a:t>
            </a:r>
            <a:endParaRPr sz="15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94176" y="315468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微软雅黑" panose="020B0503020204020204" charset="-122"/>
              </a:rPr>
              <a:t>对「为什么」保持好奇</a:t>
            </a:r>
            <a:endParaRPr sz="14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63056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5146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微软雅黑" panose="020B0503020204020204" charset="-122"/>
              </a:rPr>
              <a:t>Ownership</a:t>
            </a:r>
            <a:endParaRPr sz="15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4224" y="315468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微软雅黑" panose="020B0503020204020204" charset="-122"/>
              </a:rPr>
              <a:t>把自己负责的事做到位</a:t>
            </a:r>
            <a:endParaRPr sz="14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833104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5146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微软雅黑" panose="020B0503020204020204" charset="-122"/>
              </a:rPr>
              <a:t>Fast learning</a:t>
            </a:r>
            <a:endParaRPr sz="15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34272" y="315468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微软雅黑" panose="020B0503020204020204" charset="-122"/>
              </a:rPr>
              <a:t>边做边学，快速迭代</a:t>
            </a:r>
            <a:endParaRPr sz="14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" y="4754880"/>
            <a:ext cx="10515600" cy="777240"/>
          </a:xfrm>
          <a:prstGeom prst="roundRect">
            <a:avLst>
              <a:gd name="adj" fmla="val 3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5488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D6B5C"/>
                </a:solidFill>
                <a:latin typeface="微软雅黑" panose="020B0503020204020204" charset="-122"/>
              </a:rPr>
              <a:t>年级、经历不重要；重要的是，你想不想一起把这件事做成。</a:t>
            </a:r>
            <a:endParaRPr sz="15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团队招募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9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09 · 为什么加入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你能带走什么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6060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微软雅黑" panose="020B0503020204020204" charset="-122"/>
              </a:rPr>
              <a:t>0 → 1 的完整经历</a:t>
            </a:r>
            <a:endParaRPr sz="17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8992" y="320040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微软雅黑" panose="020B0503020204020204" charset="-122"/>
              </a:rPr>
              <a:t>从想法、Demo 到真实用户，全程参与，不是打杂。</a:t>
            </a:r>
            <a:endParaRPr sz="13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6060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微软雅黑" panose="020B0503020204020204" charset="-122"/>
              </a:rPr>
              <a:t>跨背景协作</a:t>
            </a:r>
            <a:endParaRPr sz="17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45152" y="320040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微软雅黑" panose="020B0503020204020204" charset="-122"/>
              </a:rPr>
              <a:t>产品 × AI × 医学 × 设计，学会与不同的人一起做产品。</a:t>
            </a:r>
            <a:endParaRPr sz="13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55279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1" y="26060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微软雅黑" panose="020B0503020204020204" charset="-122"/>
              </a:rPr>
              <a:t>可长期的方向</a:t>
            </a:r>
            <a:endParaRPr sz="17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11311" y="320040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微软雅黑" panose="020B0503020204020204" charset="-122"/>
              </a:rPr>
              <a:t>可发展为创业、科研或竞赛项目，不是一次性作业。</a:t>
            </a:r>
            <a:endParaRPr sz="13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团队招募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10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10 · Apply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如何加入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微软雅黑" panose="020B0503020204020204" charset="-122"/>
              </a:rPr>
              <a:t>团队规模：</a:t>
            </a:r>
            <a:r>
              <a:rPr sz="1600" b="0">
                <a:solidFill>
                  <a:srgbClr val="10222B"/>
                </a:solidFill>
                <a:latin typeface="微软雅黑" panose="020B0503020204020204" charset="-122"/>
              </a:rPr>
              <a:t>5–6 人，小而精。</a:t>
            </a:r>
            <a:endParaRPr sz="1600" b="0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微软雅黑" panose="020B0503020204020204" charset="-122"/>
              </a:rPr>
              <a:t>申请方式：</a:t>
            </a:r>
            <a:endParaRPr sz="16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B64"/>
                </a:solidFill>
                <a:latin typeface="微软雅黑" panose="020B0503020204020204" charset="-122"/>
              </a:rPr>
              <a:t>填写报名表（含一道开放题），我们会尽快与你聊一聊。</a:t>
            </a:r>
            <a:endParaRPr sz="14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10515600" cy="146304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20624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6B5C"/>
                </a:solidFill>
                <a:latin typeface="微软雅黑" panose="020B0503020204020204" charset="-122"/>
              </a:rPr>
              <a:t>开放题</a:t>
            </a:r>
            <a:endParaRPr sz="12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4572000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22B"/>
                </a:solidFill>
                <a:latin typeface="微软雅黑" panose="020B0503020204020204" charset="-122"/>
              </a:rPr>
              <a:t>“如果由你设计这个产品，你最想解决的一个问题是什么？”</a:t>
            </a:r>
            <a:endParaRPr sz="20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6B5C"/>
                </a:solidFill>
                <a:latin typeface="微软雅黑" panose="020B0503020204020204" charset="-122"/>
              </a:rPr>
              <a:t>期待与你一起，从 0 做到 1。</a:t>
            </a:r>
            <a:endParaRPr sz="14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团队招募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11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1913</Words>
  <Application>WPS 演示</Application>
  <PresentationFormat>On-screen Show (4:3)</PresentationFormat>
  <Paragraphs>305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huifen</cp:lastModifiedBy>
  <cp:revision>2</cp:revision>
  <dcterms:created xsi:type="dcterms:W3CDTF">2013-01-27T09:14:00Z</dcterms:created>
  <dcterms:modified xsi:type="dcterms:W3CDTF">2026-09-30T08:19:14Z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FD2079C3DC4B4E158B99A2B3EB3D8363_12</vt:lpwstr>
  </property>
</Properties>
</file>