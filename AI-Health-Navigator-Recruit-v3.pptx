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91440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564A"/>
                </a:solidFill>
                <a:latin typeface="Microsoft YaHei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91640" y="1060704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B897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Microsoft YaHei"/>
              </a:rPr>
              <a:t>AI Health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B8E4DA"/>
                </a:solidFill>
                <a:latin typeface="Microsoft YaHei"/>
              </a:rPr>
              <a:t>把日常健康的不确定性，连接到专业医疗。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069080"/>
            <a:ext cx="7589520" cy="777240"/>
          </a:xfrm>
          <a:prstGeom prst="roundRect">
            <a:avLst>
              <a:gd name="adj" fmla="val 5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0A564A"/>
                </a:solidFill>
                <a:latin typeface="Microsoft YaHei"/>
              </a:rPr>
              <a:t>已完成一个可交互 Web Demo 原型 —— 就差你了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5349240"/>
            <a:ext cx="1463040" cy="4114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B897"/>
                </a:solidFill>
                <a:latin typeface="Microsoft YaHei"/>
              </a:rPr>
              <a:t>We don't replace doctors. We connect everyday health uncertainty with professional care.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01 · 一句话介绍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AI Health Navigator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22B"/>
                </a:solidFill>
                <a:latin typeface="Microsoft YaHei"/>
              </a:rPr>
              <a:t>从身体出现异常，到真正见到医生之前，帮你管理整段健康旅程。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Self-Triage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自我分诊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Health Episode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健康事件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Continuous Follow-up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持续追踪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33104" y="3200400"/>
            <a:ext cx="251460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340156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Doctor 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379476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就医摘要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37760"/>
            <a:ext cx="10515600" cy="731520"/>
          </a:xfrm>
          <a:prstGeom prst="roundRect">
            <a:avLst>
              <a:gd name="adj" fmla="val 3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37760"/>
            <a:ext cx="9875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已有可交互 Web Demo（虚构数据 · 不替代医疗建议）</a:t>
            </a:r>
            <a:r>
              <a:rPr sz="1300" b="0">
                <a:solidFill>
                  <a:srgbClr val="4A5B64"/>
                </a:solidFill>
                <a:latin typeface="Microsoft YaHei"/>
              </a:rPr>
              <a:t>   首页 / 结构化问询 / Episode 时间线 / 症状趋势 / 就医摘要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02 ·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今天的不舒服，卡在哪一步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用户真正困惑的，往往不是「这是什么病」，而是：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2608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我现在该怎么办？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39312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639312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需要去医院吗？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52544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352544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什么时候不能再等？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52120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Microsoft YaHei"/>
              </a:rPr>
              <a:t>现有的「搜索循环」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反复搜索 / 问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01568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Microsoft YaHe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675887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得到碎片化答案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59935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Microsoft YaHe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3342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越来越不确定、更焦虑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7183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8A99A2"/>
                </a:solidFill>
                <a:latin typeface="Microsoft YaHei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992624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4A5B64"/>
                </a:solidFill>
                <a:latin typeface="Microsoft YaHei"/>
              </a:rPr>
              <a:t>继续搜索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5669279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↻ 又回到原点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03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一次 Health Episode 管到底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不是搜索引擎式的症状罗列，而是一条有始有终的线索。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描述不适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3472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结构化分诊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9744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4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建立健康事件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51775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持续追踪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301752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28047" y="3017520"/>
            <a:ext cx="1810512" cy="868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0D6B5C"/>
                </a:solidFill>
                <a:latin typeface="Microsoft YaHei"/>
              </a:rPr>
              <a:t>就医摘要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每一步，都有据可循；每一次变化，都被记录。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92040"/>
            <a:ext cx="10515600" cy="1051560"/>
          </a:xfrm>
          <a:prstGeom prst="roundRect">
            <a:avLst>
              <a:gd name="adj" fmla="val 14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12064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D6B5C"/>
                </a:solidFill>
                <a:latin typeface="Microsoft YaHei"/>
              </a:rPr>
              <a:t>We don't replace doctors.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53212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We connect everyday health uncertainty with professional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04 · 为什么现在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三个趋势在此交汇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LLM 让多轮、可解释的对话式问询真正可用，不再是关键词匹配。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3832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个人健康数据（可穿戴 / 手动记录）终于可以被持续追踪与解释。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331720"/>
            <a:ext cx="3383280" cy="3017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Microsoft YaHei"/>
              </a:rPr>
              <a:t>Healthcare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83280"/>
            <a:ext cx="2834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日常的不确定与专业医疗之间，缺一个可信的连接层。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Microsoft YaHei"/>
              </a:rPr>
              <a:t>现在做，不是「能做什么」，而是「正好能做」。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05 · 进度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已经不是一张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已完成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Microsoft YaHe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514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可交互 Web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86207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首页 / 结构化问询 / Episode 时间线 / 症状趋势 / 就医摘要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Microsoft Ya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7033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项目 Demo PPT + 演示动画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050791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产品定位、核心用户流程、商业模式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7B897"/>
                </a:solidFill>
                <a:latin typeface="Microsoft YaHe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8920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Microsoft YaHei"/>
              </a:rPr>
              <a:t>产品定位与核心流程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239512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Self-Triage · Health Episode · Follow-up · Handoff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521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2B"/>
                </a:solidFill>
                <a:latin typeface="Microsoft YaHei"/>
              </a:rPr>
              <a:t>下一步：真实用户访谈 → 快速迭代 → 验证假设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286000"/>
            <a:ext cx="429768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778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emo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743200"/>
            <a:ext cx="2011680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92440" y="482803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扫码体验 Demo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230368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A5B64"/>
                </a:solidFill>
                <a:latin typeface="Microsoft YaHei"/>
              </a:rPr>
              <a:t>msmile-shiny.github.io/Health-Episode-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关于发起人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自我介绍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564A"/>
                </a:solidFill>
                <a:latin typeface="Microsoft YaHei"/>
              </a:rPr>
              <a:t>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2860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0222B"/>
                </a:solidFill>
                <a:latin typeface="Microsoft YaHei"/>
              </a:rPr>
              <a:t>马姝笑</a:t>
            </a:r>
            <a:r>
              <a:rPr sz="1400" b="0">
                <a:solidFill>
                  <a:srgbClr val="4A5B64"/>
                </a:solidFill>
                <a:latin typeface="Microsoft YaHei"/>
              </a:rPr>
              <a:t>  Charlotte 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4206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北京大学工学院 · 理论与应用力学（强基计划）本科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840480"/>
            <a:ext cx="4206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从中学带队机器人竞赛，到大学参加国际工程创新 Workshop——一直想做「真正能落地、对人有用的产品」。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5394960"/>
            <a:ext cx="822960" cy="36576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59552"/>
            <a:ext cx="4206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2600011055@stu.pku.edu.cn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github.com/Msmile-shiny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194560"/>
            <a:ext cx="28803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0136" y="2377440"/>
            <a:ext cx="2441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工程实践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0136" y="2788920"/>
            <a:ext cx="2441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机器人竞赛团队组长 · 浙江省一等奖 / FLL 一等奖第一名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85632" y="2194560"/>
            <a:ext cx="28803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05088" y="2377440"/>
            <a:ext cx="2441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国际工程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788920"/>
            <a:ext cx="2441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Peter Childs 教授指导 Workshop，团队组长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069080"/>
            <a:ext cx="28803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0136" y="4251960"/>
            <a:ext cx="2441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AI 探索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0136" y="4663440"/>
            <a:ext cx="2441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Kaggle RSNA 膝部检测 · 具身智能实验室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85632" y="4069080"/>
            <a:ext cx="288036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4251960"/>
            <a:ext cx="24414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双语表达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4663440"/>
            <a:ext cx="24414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B64"/>
                </a:solidFill>
                <a:latin typeface="Microsoft YaHei"/>
              </a:rPr>
              <a:t>外研社杯省决赛一等奖 · GoodTalk 一等奖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06 · 找谁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5–6 人的小团队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产品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Product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4368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4448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1–2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AI / 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05856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全栈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Full-stack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87184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27264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6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医学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6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Medical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8592" y="2377440"/>
            <a:ext cx="2029968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48672" y="2743200"/>
            <a:ext cx="749808" cy="74980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×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3749039"/>
            <a:ext cx="17007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420624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Microsoft YaHei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Microsoft YaHei"/>
              </a:rPr>
              <a:t>一个人扛不动一个产品；我们互补，一起把它跑起来。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07 · 你会做什么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不是查资料 + 做 PPT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0222B"/>
                </a:solidFill>
                <a:latin typeface="Microsoft YaHei"/>
              </a:rPr>
              <a:t>从第一天起，就参与真实的判断与执行：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用户访谈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快速迭代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MVP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真实用户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3108960"/>
            <a:ext cx="3657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652760" y="3108960"/>
            <a:ext cx="1600200" cy="914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验证假设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A5B64"/>
                </a:solidFill>
                <a:latin typeface="Microsoft YaHei"/>
              </a:rPr>
              <a:t>每个阶段都动手：写代码 / 做访谈 / 画原型 / 看数据，而不是旁观。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D6B5C"/>
                </a:solidFill>
                <a:latin typeface="Microsoft YaHei"/>
              </a:rPr>
              <a:t>Demo → MVP → 真实用户 → 验证假设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08 · 队友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我们希望你是这样的人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Builder mindset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动手造，而不是只讨论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Curiosity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94176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对「为什么」保持好奇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Ownership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把自己负责的事做到位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2286000"/>
            <a:ext cx="25146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51460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6B5C"/>
                </a:solidFill>
                <a:latin typeface="Microsoft YaHei"/>
              </a:rPr>
              <a:t>Fast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315468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Microsoft YaHei"/>
              </a:rPr>
              <a:t>边做边学，快速迭代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54880"/>
            <a:ext cx="10515600" cy="777240"/>
          </a:xfrm>
          <a:prstGeom prst="roundRect">
            <a:avLst>
              <a:gd name="adj" fmla="val 3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754880"/>
            <a:ext cx="9875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D6B5C"/>
                </a:solidFill>
                <a:latin typeface="Microsoft YaHei"/>
              </a:rPr>
              <a:t>年级、经历不重要；重要的是，你想不想一起把这件事做成。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09 · 为什么加入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你能带走什么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6060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Microsoft YaHei"/>
              </a:rPr>
              <a:t>0 → 1 的完整经历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20040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从想法、Demo 到真实用户，全程参与，不是打杂。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26060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Microsoft YaHei"/>
              </a:rPr>
              <a:t>跨背景协作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320040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产品 × AI × 医学 × 设计，学会与不同的人一起做产品。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286000"/>
            <a:ext cx="3383280" cy="2834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1" y="2606040"/>
            <a:ext cx="2880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Microsoft YaHei"/>
              </a:rPr>
              <a:t>可长期的方向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1" y="320040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Microsoft YaHei"/>
              </a:rPr>
              <a:t>可发展为创业、科研或竞赛项目，不是一次性作业。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Microsoft YaHei"/>
              </a:rPr>
              <a:t>10 ·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Microsoft YaHei"/>
              </a:rPr>
              <a:t>如何加入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Microsoft YaHei"/>
              </a:rPr>
              <a:t>团队规模：</a:t>
            </a:r>
            <a:r>
              <a:rPr sz="1600" b="0">
                <a:solidFill>
                  <a:srgbClr val="10222B"/>
                </a:solidFill>
                <a:latin typeface="Microsoft YaHei"/>
              </a:rPr>
              <a:t>5–6 人，小而精。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Microsoft YaHei"/>
              </a:rPr>
              <a:t>申请方式：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B64"/>
                </a:solidFill>
                <a:latin typeface="Microsoft YaHei"/>
              </a:rPr>
              <a:t>填写报名表（含一道开放题），我们会尽快与你聊一聊。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977639"/>
            <a:ext cx="10515600" cy="146304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206240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6B5C"/>
                </a:solidFill>
                <a:latin typeface="Microsoft YaHei"/>
              </a:rPr>
              <a:t>开放题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572000"/>
            <a:ext cx="9692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0222B"/>
                </a:solidFill>
                <a:latin typeface="Microsoft YaHei"/>
              </a:rPr>
              <a:t>“如果由你设计这个产品，你最想解决的一个问题是什么？”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D6B5C"/>
                </a:solidFill>
                <a:latin typeface="Microsoft YaHei"/>
              </a:rPr>
              <a:t>期待与你一起，从 0 做到 1。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Microsoft YaHei"/>
              </a:rPr>
              <a:t>AI Health Navigator · 团队招募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